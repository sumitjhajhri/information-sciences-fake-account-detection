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19384963" cy="10240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373"/>
    <a:srgbClr val="6CBEFF"/>
    <a:srgbClr val="61A5E2"/>
    <a:srgbClr val="A9DDFF"/>
    <a:srgbClr val="F0F3F4"/>
    <a:srgbClr val="68879D"/>
    <a:srgbClr val="375D7E"/>
    <a:srgbClr val="5796CC"/>
    <a:srgbClr val="6DC1FF"/>
    <a:srgbClr val="589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7" d="100"/>
          <a:sy n="97" d="100"/>
        </p:scale>
        <p:origin x="-142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2BF0-E33F-F740-B0E6-44A478D8A5B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8000" y="1143000"/>
            <a:ext cx="584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BF539-72D0-5741-837B-FA17D294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2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0" y="1143000"/>
            <a:ext cx="5842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BF539-72D0-5741-837B-FA17D294E1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11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8F1F-2164-563C-A8FA-FC1DBF81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129D6-E87E-87D2-D889-7FCF00B71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0" y="1143000"/>
            <a:ext cx="5842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8EF0B-2AA3-7C92-6E2D-FB9F8DB6D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550E5-9184-A837-649D-EDC02AEB7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BF539-72D0-5741-837B-FA17D294E1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0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3121" y="1676010"/>
            <a:ext cx="14538722" cy="3565372"/>
          </a:xfrm>
        </p:spPr>
        <p:txBody>
          <a:bodyPr anchor="b"/>
          <a:lstStyle>
            <a:lvl1pPr algn="ctr"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3121" y="5378877"/>
            <a:ext cx="14538722" cy="2472528"/>
          </a:xfrm>
        </p:spPr>
        <p:txBody>
          <a:bodyPr/>
          <a:lstStyle>
            <a:lvl1pPr marL="0" indent="0" algn="ctr">
              <a:buNone/>
              <a:defRPr sz="3584"/>
            </a:lvl1pPr>
            <a:lvl2pPr marL="682737" indent="0" algn="ctr">
              <a:buNone/>
              <a:defRPr sz="2987"/>
            </a:lvl2pPr>
            <a:lvl3pPr marL="1365474" indent="0" algn="ctr">
              <a:buNone/>
              <a:defRPr sz="2688"/>
            </a:lvl3pPr>
            <a:lvl4pPr marL="2048210" indent="0" algn="ctr">
              <a:buNone/>
              <a:defRPr sz="2389"/>
            </a:lvl4pPr>
            <a:lvl5pPr marL="2730947" indent="0" algn="ctr">
              <a:buNone/>
              <a:defRPr sz="2389"/>
            </a:lvl5pPr>
            <a:lvl6pPr marL="3413684" indent="0" algn="ctr">
              <a:buNone/>
              <a:defRPr sz="2389"/>
            </a:lvl6pPr>
            <a:lvl7pPr marL="4096421" indent="0" algn="ctr">
              <a:buNone/>
              <a:defRPr sz="2389"/>
            </a:lvl7pPr>
            <a:lvl8pPr marL="4779157" indent="0" algn="ctr">
              <a:buNone/>
              <a:defRPr sz="2389"/>
            </a:lvl8pPr>
            <a:lvl9pPr marL="5461894" indent="0" algn="ctr">
              <a:buNone/>
              <a:defRPr sz="23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20" y="2553131"/>
            <a:ext cx="16719531" cy="4259955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620" y="6853387"/>
            <a:ext cx="16719531" cy="2240210"/>
          </a:xfrm>
        </p:spPr>
        <p:txBody>
          <a:bodyPr/>
          <a:lstStyle>
            <a:lvl1pPr marL="0" indent="0">
              <a:buNone/>
              <a:defRPr sz="3584">
                <a:solidFill>
                  <a:schemeClr val="tx1">
                    <a:tint val="82000"/>
                  </a:schemeClr>
                </a:solidFill>
              </a:defRPr>
            </a:lvl1pPr>
            <a:lvl2pPr marL="682737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2pPr>
            <a:lvl3pPr marL="1365474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3pPr>
            <a:lvl4pPr marL="2048210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4pPr>
            <a:lvl5pPr marL="273094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5pPr>
            <a:lvl6pPr marL="341368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6pPr>
            <a:lvl7pPr marL="4096421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7pPr>
            <a:lvl8pPr marL="477915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8pPr>
            <a:lvl9pPr marL="546189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4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2716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13638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2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1" y="545237"/>
            <a:ext cx="16719531" cy="1979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5242" y="2510459"/>
            <a:ext cx="8200747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5242" y="3740796"/>
            <a:ext cx="8200747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13638" y="2510459"/>
            <a:ext cx="8241134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13638" y="3740796"/>
            <a:ext cx="8241134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2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0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56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1134" y="1474510"/>
            <a:ext cx="9813638" cy="7277721"/>
          </a:xfrm>
        </p:spPr>
        <p:txBody>
          <a:bodyPr/>
          <a:lstStyle>
            <a:lvl1pPr>
              <a:defRPr sz="4779"/>
            </a:lvl1pPr>
            <a:lvl2pPr>
              <a:defRPr sz="4181"/>
            </a:lvl2pPr>
            <a:lvl3pPr>
              <a:defRPr sz="3584"/>
            </a:lvl3pPr>
            <a:lvl4pPr>
              <a:defRPr sz="2987"/>
            </a:lvl4pPr>
            <a:lvl5pPr>
              <a:defRPr sz="2987"/>
            </a:lvl5pPr>
            <a:lvl6pPr>
              <a:defRPr sz="2987"/>
            </a:lvl6pPr>
            <a:lvl7pPr>
              <a:defRPr sz="2987"/>
            </a:lvl7pPr>
            <a:lvl8pPr>
              <a:defRPr sz="2987"/>
            </a:lvl8pPr>
            <a:lvl9pPr>
              <a:defRPr sz="29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3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41134" y="1474510"/>
            <a:ext cx="9813638" cy="7277721"/>
          </a:xfrm>
        </p:spPr>
        <p:txBody>
          <a:bodyPr anchor="t"/>
          <a:lstStyle>
            <a:lvl1pPr marL="0" indent="0">
              <a:buNone/>
              <a:defRPr sz="4779"/>
            </a:lvl1pPr>
            <a:lvl2pPr marL="682737" indent="0">
              <a:buNone/>
              <a:defRPr sz="4181"/>
            </a:lvl2pPr>
            <a:lvl3pPr marL="1365474" indent="0">
              <a:buNone/>
              <a:defRPr sz="3584"/>
            </a:lvl3pPr>
            <a:lvl4pPr marL="2048210" indent="0">
              <a:buNone/>
              <a:defRPr sz="2987"/>
            </a:lvl4pPr>
            <a:lvl5pPr marL="2730947" indent="0">
              <a:buNone/>
              <a:defRPr sz="2987"/>
            </a:lvl5pPr>
            <a:lvl6pPr marL="3413684" indent="0">
              <a:buNone/>
              <a:defRPr sz="2987"/>
            </a:lvl6pPr>
            <a:lvl7pPr marL="4096421" indent="0">
              <a:buNone/>
              <a:defRPr sz="2987"/>
            </a:lvl7pPr>
            <a:lvl8pPr marL="4779157" indent="0">
              <a:buNone/>
              <a:defRPr sz="2987"/>
            </a:lvl8pPr>
            <a:lvl9pPr marL="5461894" indent="0">
              <a:buNone/>
              <a:defRPr sz="29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0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872364" y="545236"/>
            <a:ext cx="4179883" cy="8678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2716" y="545236"/>
            <a:ext cx="12297336" cy="8678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2716" y="545237"/>
            <a:ext cx="16719531" cy="1979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716" y="2726182"/>
            <a:ext cx="16719531" cy="6497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2716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21269" y="9491856"/>
            <a:ext cx="6542425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90630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365474" rtl="0" eaLnBrk="1" latinLnBrk="0" hangingPunct="1">
        <a:lnSpc>
          <a:spcPct val="90000"/>
        </a:lnSpc>
        <a:spcBef>
          <a:spcPct val="0"/>
        </a:spcBef>
        <a:buNone/>
        <a:defRPr sz="65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368" indent="-341368" algn="l" defTabSz="1365474" rtl="0" eaLnBrk="1" latinLnBrk="0" hangingPunct="1">
        <a:lnSpc>
          <a:spcPct val="90000"/>
        </a:lnSpc>
        <a:spcBef>
          <a:spcPts val="1493"/>
        </a:spcBef>
        <a:buFont typeface="Arial" panose="020B0604020202020204" pitchFamily="34" charset="0"/>
        <a:buChar char="•"/>
        <a:defRPr sz="4181" kern="1200">
          <a:solidFill>
            <a:schemeClr val="tx1"/>
          </a:solidFill>
          <a:latin typeface="+mn-lt"/>
          <a:ea typeface="+mn-ea"/>
          <a:cs typeface="+mn-cs"/>
        </a:defRPr>
      </a:lvl1pPr>
      <a:lvl2pPr marL="102410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3584" kern="1200">
          <a:solidFill>
            <a:schemeClr val="tx1"/>
          </a:solidFill>
          <a:latin typeface="+mn-lt"/>
          <a:ea typeface="+mn-ea"/>
          <a:cs typeface="+mn-cs"/>
        </a:defRPr>
      </a:lvl2pPr>
      <a:lvl3pPr marL="170684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3pPr>
      <a:lvl4pPr marL="238957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307231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75505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43778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526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80326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1pPr>
      <a:lvl2pPr marL="68273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2pPr>
      <a:lvl3pPr marL="136547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3pPr>
      <a:lvl4pPr marL="204821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273094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41368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096421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477915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46189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5A27C-53BE-4638-4639-7084F2D0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97"/>
          <a:stretch>
            <a:fillRect/>
          </a:stretch>
        </p:blipFill>
        <p:spPr>
          <a:xfrm>
            <a:off x="1389166" y="2470604"/>
            <a:ext cx="6667500" cy="4163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A11E01-D8C3-12AA-234E-936B4AA95F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71" r="4653"/>
          <a:stretch>
            <a:fillRect/>
          </a:stretch>
        </p:blipFill>
        <p:spPr>
          <a:xfrm>
            <a:off x="8217901" y="2364698"/>
            <a:ext cx="6526799" cy="43772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480306-83D5-5E13-1249-C41C36B57616}"/>
              </a:ext>
            </a:extLst>
          </p:cNvPr>
          <p:cNvSpPr txBox="1"/>
          <p:nvPr/>
        </p:nvSpPr>
        <p:spPr>
          <a:xfrm>
            <a:off x="1266031" y="221439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1C7F1-48A2-7756-0B2C-27313AB8B7DB}"/>
              </a:ext>
            </a:extLst>
          </p:cNvPr>
          <p:cNvSpPr txBox="1"/>
          <p:nvPr/>
        </p:nvSpPr>
        <p:spPr>
          <a:xfrm>
            <a:off x="7985781" y="221439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97165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FDD7-C12D-E0E1-5FB0-868DABE6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42-7DD7-0B4F-AB44-BF0A1BB462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42"/>
          <a:stretch>
            <a:fillRect/>
          </a:stretch>
        </p:blipFill>
        <p:spPr>
          <a:xfrm>
            <a:off x="1462881" y="5120481"/>
            <a:ext cx="11339712" cy="3979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3F8CED-C278-35AB-F84D-F258EC931E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53"/>
          <a:stretch>
            <a:fillRect/>
          </a:stretch>
        </p:blipFill>
        <p:spPr>
          <a:xfrm>
            <a:off x="4314180" y="1295399"/>
            <a:ext cx="5637113" cy="3774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56E0E8-490A-FCF3-8540-68CE32F48ED1}"/>
              </a:ext>
            </a:extLst>
          </p:cNvPr>
          <p:cNvSpPr txBox="1"/>
          <p:nvPr/>
        </p:nvSpPr>
        <p:spPr>
          <a:xfrm>
            <a:off x="4133987" y="111073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46317-138F-1592-D0CF-E6FB8621A256}"/>
              </a:ext>
            </a:extLst>
          </p:cNvPr>
          <p:cNvSpPr txBox="1"/>
          <p:nvPr/>
        </p:nvSpPr>
        <p:spPr>
          <a:xfrm>
            <a:off x="1462881" y="503741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01963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E1B33D-4BA1-2C65-7079-35F572F43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5"/>
          <a:stretch>
            <a:fillRect/>
          </a:stretch>
        </p:blipFill>
        <p:spPr>
          <a:xfrm>
            <a:off x="1920081" y="2319130"/>
            <a:ext cx="7772400" cy="4314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6A9DE-EFFA-DCBC-72C4-AF8CDF01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8"/>
          <a:stretch>
            <a:fillRect/>
          </a:stretch>
        </p:blipFill>
        <p:spPr>
          <a:xfrm>
            <a:off x="9955406" y="2134464"/>
            <a:ext cx="6934412" cy="4498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7AB625-919E-366E-B4D5-F963B9BDD33D}"/>
              </a:ext>
            </a:extLst>
          </p:cNvPr>
          <p:cNvSpPr txBox="1"/>
          <p:nvPr/>
        </p:nvSpPr>
        <p:spPr>
          <a:xfrm>
            <a:off x="1920081" y="21344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75DFC-9124-E574-2F09-EE48686D37B1}"/>
              </a:ext>
            </a:extLst>
          </p:cNvPr>
          <p:cNvSpPr txBox="1"/>
          <p:nvPr/>
        </p:nvSpPr>
        <p:spPr>
          <a:xfrm>
            <a:off x="9726016" y="2134464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35017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85D1B-1F11-E593-0F46-3F28F72A5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7"/>
          <a:stretch>
            <a:fillRect/>
          </a:stretch>
        </p:blipFill>
        <p:spPr>
          <a:xfrm>
            <a:off x="215796" y="3061251"/>
            <a:ext cx="6819900" cy="4376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5DA66-D731-FDFC-EF69-6A233F708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20"/>
          <a:stretch>
            <a:fillRect/>
          </a:stretch>
        </p:blipFill>
        <p:spPr>
          <a:xfrm>
            <a:off x="7101956" y="3061251"/>
            <a:ext cx="9469606" cy="4270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252EF-4272-ACB1-1543-F6C6B5F6FF2D}"/>
              </a:ext>
            </a:extLst>
          </p:cNvPr>
          <p:cNvSpPr txBox="1"/>
          <p:nvPr/>
        </p:nvSpPr>
        <p:spPr>
          <a:xfrm>
            <a:off x="215796" y="2876585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66F28-88C4-0FF7-E592-2E1EBF512A99}"/>
              </a:ext>
            </a:extLst>
          </p:cNvPr>
          <p:cNvSpPr txBox="1"/>
          <p:nvPr/>
        </p:nvSpPr>
        <p:spPr>
          <a:xfrm>
            <a:off x="7144639" y="287658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30169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EA4C45-8E18-3FA0-A467-3A491F0E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6"/>
          <a:stretch>
            <a:fillRect/>
          </a:stretch>
        </p:blipFill>
        <p:spPr>
          <a:xfrm>
            <a:off x="687628" y="1352436"/>
            <a:ext cx="7772400" cy="4328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6490A-EABC-D22E-DC5C-177696BA4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95"/>
          <a:stretch>
            <a:fillRect/>
          </a:stretch>
        </p:blipFill>
        <p:spPr>
          <a:xfrm>
            <a:off x="8460028" y="1352436"/>
            <a:ext cx="7776324" cy="4186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BEE589-1531-A27D-B55A-1282DB4E57CB}"/>
              </a:ext>
            </a:extLst>
          </p:cNvPr>
          <p:cNvSpPr txBox="1"/>
          <p:nvPr/>
        </p:nvSpPr>
        <p:spPr>
          <a:xfrm>
            <a:off x="687628" y="11677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F8820-D62A-6451-32A2-3ADD745D0B81}"/>
              </a:ext>
            </a:extLst>
          </p:cNvPr>
          <p:cNvSpPr txBox="1"/>
          <p:nvPr/>
        </p:nvSpPr>
        <p:spPr>
          <a:xfrm>
            <a:off x="8380516" y="116777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71067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32</Words>
  <Application>Microsoft Macintosh PowerPoint</Application>
  <PresentationFormat>Custom</PresentationFormat>
  <Paragraphs>12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Hashim Ali</dc:creator>
  <cp:lastModifiedBy>Raja Hashim Ali</cp:lastModifiedBy>
  <cp:revision>2</cp:revision>
  <dcterms:created xsi:type="dcterms:W3CDTF">2026-04-14T04:17:26Z</dcterms:created>
  <dcterms:modified xsi:type="dcterms:W3CDTF">2026-04-14T17:29:18Z</dcterms:modified>
</cp:coreProperties>
</file>